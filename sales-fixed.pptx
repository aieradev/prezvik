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Sales...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Sa...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68096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1...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31520" y="514350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s...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s...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3657600" cy="43205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Top-Selling Products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120640" y="617220"/>
            <a:ext cx="2926080" cy="39090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Produc...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20640" y="493776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�...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120640" y="534924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�...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120640" y="5760720"/>
            <a:ext cx="29260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�...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Quart...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2026-04-18T23:19:15Z</dcterms:created>
  <dcterms:modified xsi:type="dcterms:W3CDTF">2026-04-18T23:19:15Z</dcterms:modified>
</cp:coreProperties>
</file>