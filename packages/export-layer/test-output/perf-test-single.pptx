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0" y="476250"/>
            <a:ext cx="1905000" cy="19050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3810000"/>
            <a:ext cx="952500" cy="952500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476250"/>
            <a:ext cx="819150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Title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2026-04-25T08:10:27Z</dcterms:created>
  <dcterms:modified xsi:type="dcterms:W3CDTF">2026-04-25T08:10:27Z</dcterms:modified>
</cp:coreProperties>
</file>