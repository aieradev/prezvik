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0" y="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0" y="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0" y="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0" y="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8" name="Shape 6"/>
          <p:cNvSpPr/>
          <p:nvPr/>
        </p:nvSpPr>
        <p:spPr>
          <a:xfrm>
            <a:off x="1905000" y="142875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9" name="Shape 7"/>
          <p:cNvSpPr/>
          <p:nvPr/>
        </p:nvSpPr>
        <p:spPr>
          <a:xfrm>
            <a:off x="3810000" y="142875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0" y="142875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0" y="142875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05000" y="285750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4" name="Shape 12"/>
          <p:cNvSpPr/>
          <p:nvPr/>
        </p:nvSpPr>
        <p:spPr>
          <a:xfrm>
            <a:off x="3810000" y="285750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0" y="285750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0" y="285750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8" name="Shape 16"/>
          <p:cNvSpPr/>
          <p:nvPr/>
        </p:nvSpPr>
        <p:spPr>
          <a:xfrm>
            <a:off x="1905000" y="428625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9" name="Shape 17"/>
          <p:cNvSpPr/>
          <p:nvPr/>
        </p:nvSpPr>
        <p:spPr>
          <a:xfrm>
            <a:off x="3810000" y="428625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0" y="4286250"/>
            <a:ext cx="952500" cy="952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0" y="4286250"/>
            <a:ext cx="952500" cy="9525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2" name="Text 20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2026-04-25T08:10:27Z</dcterms:created>
  <dcterms:modified xsi:type="dcterms:W3CDTF">2026-04-25T08:10:27Z</dcterms:modified>
</cp:coreProperties>
</file>