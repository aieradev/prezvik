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0" y="476250"/>
            <a:ext cx="1905000" cy="1905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3810000"/>
            <a:ext cx="952500" cy="952500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4" name="Text 2"/>
          <p:cNvSpPr/>
          <p:nvPr/>
        </p:nvSpPr>
        <p:spPr>
          <a:xfrm>
            <a:off x="476250" y="476250"/>
            <a:ext cx="819150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Title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0" y="476250"/>
            <a:ext cx="1905000" cy="1905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3810000"/>
            <a:ext cx="952500" cy="952500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4" name="Text 2"/>
          <p:cNvSpPr/>
          <p:nvPr/>
        </p:nvSpPr>
        <p:spPr>
          <a:xfrm>
            <a:off x="476250" y="476250"/>
            <a:ext cx="819150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Title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0" y="476250"/>
            <a:ext cx="1905000" cy="1905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3810000"/>
            <a:ext cx="952500" cy="952500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4" name="Text 2"/>
          <p:cNvSpPr/>
          <p:nvPr/>
        </p:nvSpPr>
        <p:spPr>
          <a:xfrm>
            <a:off x="476250" y="476250"/>
            <a:ext cx="819150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Title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0" y="476250"/>
            <a:ext cx="1905000" cy="1905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3810000"/>
            <a:ext cx="952500" cy="952500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4" name="Text 2"/>
          <p:cNvSpPr/>
          <p:nvPr/>
        </p:nvSpPr>
        <p:spPr>
          <a:xfrm>
            <a:off x="476250" y="476250"/>
            <a:ext cx="819150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Title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0" y="476250"/>
            <a:ext cx="1905000" cy="1905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3810000"/>
            <a:ext cx="952500" cy="952500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4" name="Text 2"/>
          <p:cNvSpPr/>
          <p:nvPr/>
        </p:nvSpPr>
        <p:spPr>
          <a:xfrm>
            <a:off x="476250" y="476250"/>
            <a:ext cx="819150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Title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0" y="476250"/>
            <a:ext cx="1905000" cy="1905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3810000"/>
            <a:ext cx="952500" cy="952500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4" name="Text 2"/>
          <p:cNvSpPr/>
          <p:nvPr/>
        </p:nvSpPr>
        <p:spPr>
          <a:xfrm>
            <a:off x="476250" y="476250"/>
            <a:ext cx="819150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Title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0" y="476250"/>
            <a:ext cx="1905000" cy="1905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3810000"/>
            <a:ext cx="952500" cy="952500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4" name="Text 2"/>
          <p:cNvSpPr/>
          <p:nvPr/>
        </p:nvSpPr>
        <p:spPr>
          <a:xfrm>
            <a:off x="476250" y="476250"/>
            <a:ext cx="819150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Title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0" y="476250"/>
            <a:ext cx="1905000" cy="1905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3810000"/>
            <a:ext cx="952500" cy="952500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4" name="Text 2"/>
          <p:cNvSpPr/>
          <p:nvPr/>
        </p:nvSpPr>
        <p:spPr>
          <a:xfrm>
            <a:off x="476250" y="476250"/>
            <a:ext cx="819150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Title</a:t>
            </a:r>
            <a:endParaRPr lang="en-US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0" y="476250"/>
            <a:ext cx="1905000" cy="1905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3810000"/>
            <a:ext cx="952500" cy="952500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4" name="Text 2"/>
          <p:cNvSpPr/>
          <p:nvPr/>
        </p:nvSpPr>
        <p:spPr>
          <a:xfrm>
            <a:off x="476250" y="476250"/>
            <a:ext cx="819150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Title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0" y="476250"/>
            <a:ext cx="1905000" cy="1905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3810000"/>
            <a:ext cx="952500" cy="952500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4" name="Text 2"/>
          <p:cNvSpPr/>
          <p:nvPr/>
        </p:nvSpPr>
        <p:spPr>
          <a:xfrm>
            <a:off x="476250" y="476250"/>
            <a:ext cx="819150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Title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2026-04-25T08:10:27Z</dcterms:created>
  <dcterms:modified xsi:type="dcterms:W3CDTF">2026-04-25T08:10:27Z</dcterms:modified>
</cp:coreProperties>
</file>