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905000" cy="952500"/>
          </a:xfrm>
          <a:prstGeom prst="rect">
            <a:avLst>
              <a:gd name="adj" fmla="val 10000"/>
            </a:avLst>
          </a:prstGeom>
          <a:solidFill>
            <a:srgbClr val="3182CE"/>
          </a:solidFill>
          <a:ln/>
        </p:spPr>
      </p:sp>
      <p:sp>
        <p:nvSpPr>
          <p:cNvPr id="3" name="Shape 1"/>
          <p:cNvSpPr/>
          <p:nvPr/>
        </p:nvSpPr>
        <p:spPr>
          <a:xfrm>
            <a:off x="6667500" y="3810000"/>
            <a:ext cx="952500" cy="95250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1905000"/>
            <a:ext cx="723900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Layer Verification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3048000"/>
            <a:ext cx="7239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PPTX and HTML rendering with gradients and shapes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1428750"/>
            <a:ext cx="7239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Radial Gradient Background</a:t>
            </a:r>
            <a:endParaRPr lang="en-US" sz="3200" dirty="0"/>
          </a:p>
          <a:p>
            <a:pPr algn="ctr" indent="0" marL="0">
              <a:buNone/>
            </a:pPr>
            <a:endParaRPr lang="en-US" sz="3200" dirty="0"/>
          </a:p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slide demonstrates radial gradient rendering in both PPTX and HTML formats.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2026-04-24T19:45:54Z</dcterms:created>
  <dcterms:modified xsi:type="dcterms:W3CDTF">2026-04-24T19:45:54Z</dcterms:modified>
</cp:coreProperties>
</file>