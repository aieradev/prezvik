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 pitch deck for a SaaS startup with 5...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Trans...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3840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The...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555498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96646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37794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3840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Our...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731520" y="555498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596646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6377940"/>
            <a:ext cx="3108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Tracti...</a:t>
            </a:r>
            <a:endParaRPr lang="en-US" sz="10000" dirty="0"/>
          </a:p>
        </p:txBody>
      </p:sp>
      <p:sp>
        <p:nvSpPr>
          <p:cNvPr id="3" name="Text 1"/>
          <p:cNvSpPr/>
          <p:nvPr/>
        </p:nvSpPr>
        <p:spPr>
          <a:xfrm>
            <a:off x="731520" y="5554980"/>
            <a:ext cx="7680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9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10...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731520" y="5966460"/>
            <a:ext cx="7680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Active...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731520" y="5966460"/>
            <a:ext cx="7680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95...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731520" y="6377940"/>
            <a:ext cx="7680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Custom...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6377940"/>
            <a:ext cx="7680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$2...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731520" y="6789420"/>
            <a:ext cx="768096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Annual...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4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05740"/>
            <a:ext cx="8412480" cy="4732020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64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Build...</a:t>
            </a:r>
            <a:endParaRPr lang="en-US" sz="6400" dirty="0"/>
          </a:p>
        </p:txBody>
      </p:sp>
      <p:sp>
        <p:nvSpPr>
          <p:cNvPr id="3" name="Text 1"/>
          <p:cNvSpPr/>
          <p:nvPr/>
        </p:nvSpPr>
        <p:spPr>
          <a:xfrm>
            <a:off x="365760" y="5349240"/>
            <a:ext cx="8412480" cy="51481"/>
          </a:xfrm>
          <a:prstGeom prst="rect">
            <a:avLst/>
          </a:prstGeom>
          <a:noFill/>
          <a:ln/>
        </p:spPr>
        <p:txBody>
          <a:bodyPr wrap="square" lIns="45720" tIns="45720" rIns="45720" bIns="45720" rtlCol="0" anchor="t">
            <a:normAutofit/>
          </a:bodyPr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2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...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484632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5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Kyro</dc:creator>
  <cp:lastModifiedBy>Kyro</cp:lastModifiedBy>
  <cp:revision>1</cp:revision>
  <dcterms:created xsi:type="dcterms:W3CDTF">2026-04-25T08:19:29Z</dcterms:created>
  <dcterms:modified xsi:type="dcterms:W3CDTF">2026-04-25T08:19:29Z</dcterms:modified>
</cp:coreProperties>
</file>