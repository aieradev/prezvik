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/>
  <p:notesMasterIdLst>
    <p:notesMasterId r:id="rId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notesMaster" Target="notesMasters/notesMaster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3" baseType="lpstr">
      <vt:lpstr>Arial</vt:lpstr>
      <vt:lpstr>Calibri</vt:lpstr>
      <vt:lpstr>Office Theme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Kyro</dc:creator>
  <cp:lastModifiedBy>Kyro</cp:lastModifiedBy>
  <cp:revision>1</cp:revision>
  <dcterms:created xsi:type="dcterms:W3CDTF">2026-04-23T15:59:42Z</dcterms:created>
  <dcterms:modified xsi:type="dcterms:W3CDTF">2026-04-23T15:59:42Z</dcterms:modified>
</cp:coreProperties>
</file>