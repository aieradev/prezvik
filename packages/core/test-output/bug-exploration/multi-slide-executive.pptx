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7B8E"/>
          </a:solidFill>
          <a:ln w="12700">
            <a:solidFill>
              <a:srgbClr val="027B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027B8E">
              <a:alpha val="18000"/>
            </a:srgbClr>
          </a:solidFill>
          <a:ln w="12700">
            <a:solidFill>
              <a:srgbClr val="027B8E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457200"/>
            <a:ext cx="2011680" cy="2011680"/>
          </a:xfrm>
          <a:prstGeom prst="ellipse">
            <a:avLst/>
          </a:prstGeom>
          <a:solidFill>
            <a:srgbClr val="00B4CC">
              <a:alpha val="22000"/>
            </a:srgbClr>
          </a:solidFill>
          <a:ln w="12700">
            <a:solidFill>
              <a:srgbClr val="00B4CC">
                <a:alpha val="2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17405"/>
            <a:ext cx="7315200" cy="130859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868680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7B8E"/>
          </a:solidFill>
          <a:ln w="12700">
            <a:solidFill>
              <a:srgbClr val="027B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7680960" cy="654345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1477305"/>
            <a:ext cx="6949440" cy="3271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Point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010126"/>
            <a:ext cx="6949440" cy="3271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Point 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543038"/>
            <a:ext cx="6949440" cy="3271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Point 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27B8E"/>
          </a:solidFill>
          <a:ln w="12700">
            <a:solidFill>
              <a:srgbClr val="027B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7B8E"/>
          </a:solidFill>
          <a:ln w="12700">
            <a:solidFill>
              <a:srgbClr val="027B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027B8E">
              <a:alpha val="18000"/>
            </a:srgbClr>
          </a:solidFill>
          <a:ln w="12700">
            <a:solidFill>
              <a:srgbClr val="027B8E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457200"/>
            <a:ext cx="2011680" cy="2011680"/>
          </a:xfrm>
          <a:prstGeom prst="ellipse">
            <a:avLst/>
          </a:prstGeom>
          <a:solidFill>
            <a:srgbClr val="00B4CC">
              <a:alpha val="22000"/>
            </a:srgbClr>
          </a:solidFill>
          <a:ln w="12700">
            <a:solidFill>
              <a:srgbClr val="00B4CC">
                <a:alpha val="2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2582"/>
            <a:ext cx="7315200" cy="57250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Untitled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828800" y="3320918"/>
            <a:ext cx="1097280" cy="106326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1828800" y="4384182"/>
            <a:ext cx="1097280" cy="2658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23360" y="3320918"/>
            <a:ext cx="1097280" cy="8588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023360" y="4179722"/>
            <a:ext cx="1097280" cy="2658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3320918"/>
            <a:ext cx="1097280" cy="69521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217920" y="4016136"/>
            <a:ext cx="1097280" cy="2311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27B8E"/>
          </a:solidFill>
          <a:ln w="12700">
            <a:solidFill>
              <a:srgbClr val="027B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7B8E"/>
          </a:solidFill>
          <a:ln w="12700">
            <a:solidFill>
              <a:srgbClr val="027B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027B8E">
              <a:alpha val="18000"/>
            </a:srgbClr>
          </a:solidFill>
          <a:ln w="12700">
            <a:solidFill>
              <a:srgbClr val="027B8E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457200"/>
            <a:ext cx="2011680" cy="2011680"/>
          </a:xfrm>
          <a:prstGeom prst="ellipse">
            <a:avLst/>
          </a:prstGeom>
          <a:solidFill>
            <a:srgbClr val="00B4CC">
              <a:alpha val="22000"/>
            </a:srgbClr>
          </a:solidFill>
          <a:ln w="12700">
            <a:solidFill>
              <a:srgbClr val="00B4CC">
                <a:alpha val="2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11480"/>
            <a:ext cx="7680960" cy="654345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Details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68680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27B8E"/>
          </a:solidFill>
          <a:ln w="12700">
            <a:solidFill>
              <a:srgbClr val="027B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7B8E"/>
          </a:solidFill>
          <a:ln w="12700">
            <a:solidFill>
              <a:srgbClr val="027B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2080992"/>
            <a:ext cx="6949440" cy="98142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68680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Kyro</dc:creator>
  <cp:lastModifiedBy>Kyro</cp:lastModifiedBy>
  <cp:revision>1</cp:revision>
  <dcterms:created xsi:type="dcterms:W3CDTF">2026-04-23T16:44:11Z</dcterms:created>
  <dcterms:modified xsi:type="dcterms:W3CDTF">2026-04-23T16:44:11Z</dcterms:modified>
</cp:coreProperties>
</file>