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27B8E">
              <a:alpha val="18000"/>
            </a:srgbClr>
          </a:solidFill>
          <a:ln w="12700">
            <a:solidFill>
              <a:srgbClr val="027B8E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457200"/>
            <a:ext cx="2011680" cy="2011680"/>
          </a:xfrm>
          <a:prstGeom prst="ellipse">
            <a:avLst/>
          </a:prstGeom>
          <a:solidFill>
            <a:srgbClr val="00B4CC">
              <a:alpha val="22000"/>
            </a:srgbClr>
          </a:solidFill>
          <a:ln w="12700">
            <a:solidFill>
              <a:srgbClr val="00B4CC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17405"/>
            <a:ext cx="7315200" cy="130859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 Slide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2026-04-23T16:44:11Z</dcterms:created>
  <dcterms:modified xsi:type="dcterms:W3CDTF">2026-04-23T16:44:11Z</dcterms:modified>
</cp:coreProperties>
</file>