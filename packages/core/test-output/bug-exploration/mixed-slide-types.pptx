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27B8E"/>
          </a:solidFill>
          <a:ln w="12700">
            <a:solidFill>
              <a:srgbClr val="027B8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-548640"/>
            <a:ext cx="2926080" cy="2926080"/>
          </a:xfrm>
          <a:prstGeom prst="ellipse">
            <a:avLst/>
          </a:prstGeom>
          <a:solidFill>
            <a:srgbClr val="027B8E">
              <a:alpha val="18000"/>
            </a:srgbClr>
          </a:solidFill>
          <a:ln w="12700">
            <a:solidFill>
              <a:srgbClr val="027B8E">
                <a:alpha val="1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0" y="457200"/>
            <a:ext cx="2011680" cy="2011680"/>
          </a:xfrm>
          <a:prstGeom prst="ellipse">
            <a:avLst/>
          </a:prstGeom>
          <a:solidFill>
            <a:srgbClr val="00B4CC">
              <a:alpha val="22000"/>
            </a:srgbClr>
          </a:solidFill>
          <a:ln w="12700">
            <a:solidFill>
              <a:srgbClr val="00B4CC">
                <a:alpha val="22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917405"/>
            <a:ext cx="7315200" cy="1308598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6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Hero Slide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8686800" y="48463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27B8E"/>
          </a:solidFill>
          <a:ln w="12700">
            <a:solidFill>
              <a:srgbClr val="027B8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411480"/>
            <a:ext cx="7680960" cy="654345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2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Content Slide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8686800" y="48463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1200" dirty="0">
                <a:solidFill>
                  <a:srgbClr val="1A1A2E"/>
                </a:solidFill>
              </a:rPr>
              <a:t>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027B8E"/>
          </a:solidFill>
          <a:ln w="12700">
            <a:solidFill>
              <a:srgbClr val="027B8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27B8E"/>
          </a:solidFill>
          <a:ln w="12700">
            <a:solidFill>
              <a:srgbClr val="027B8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132320" y="-548640"/>
            <a:ext cx="2926080" cy="2926080"/>
          </a:xfrm>
          <a:prstGeom prst="ellipse">
            <a:avLst/>
          </a:prstGeom>
          <a:solidFill>
            <a:srgbClr val="027B8E">
              <a:alpha val="18000"/>
            </a:srgbClr>
          </a:solidFill>
          <a:ln w="12700">
            <a:solidFill>
              <a:srgbClr val="027B8E">
                <a:alpha val="1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0" y="457200"/>
            <a:ext cx="2011680" cy="2011680"/>
          </a:xfrm>
          <a:prstGeom prst="ellipse">
            <a:avLst/>
          </a:prstGeom>
          <a:solidFill>
            <a:srgbClr val="00B4CC">
              <a:alpha val="22000"/>
            </a:srgbClr>
          </a:solidFill>
          <a:ln w="12700">
            <a:solidFill>
              <a:srgbClr val="00B4CC">
                <a:alpha val="22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822582"/>
            <a:ext cx="7315200" cy="572506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Untitled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828800" y="3320918"/>
            <a:ext cx="1097280" cy="106326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42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1828800" y="4384182"/>
            <a:ext cx="1097280" cy="265816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023360" y="3320918"/>
            <a:ext cx="1097280" cy="695218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—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4023360" y="4016136"/>
            <a:ext cx="1097280" cy="23116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217920" y="3320918"/>
            <a:ext cx="1097280" cy="695218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—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6217920" y="4016136"/>
            <a:ext cx="1097280" cy="23116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686800" y="48463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027B8E"/>
          </a:solidFill>
          <a:ln w="12700">
            <a:solidFill>
              <a:srgbClr val="027B8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27B8E"/>
          </a:solidFill>
          <a:ln w="12700">
            <a:solidFill>
              <a:srgbClr val="027B8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7280" y="2080992"/>
            <a:ext cx="6949440" cy="981426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Closing Slide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8686800" y="48463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Kyro</dc:creator>
  <cp:lastModifiedBy>Kyro</cp:lastModifiedBy>
  <cp:revision>1</cp:revision>
  <dcterms:created xsi:type="dcterms:W3CDTF">2026-04-23T16:44:11Z</dcterms:created>
  <dcterms:modified xsi:type="dcterms:W3CDTF">2026-04-23T16:44:11Z</dcterms:modified>
</cp:coreProperties>
</file>