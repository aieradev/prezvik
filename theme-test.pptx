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8412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Sales...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S...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3205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1...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31520" y="5143500"/>
            <a:ext cx="7680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...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Compari...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3840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Sales...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555498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96646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37794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617220"/>
            <a:ext cx="2926080" cy="16459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5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2...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097280" y="2674620"/>
            <a:ext cx="29260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N...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20640" y="617220"/>
            <a:ext cx="2926080" cy="16459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5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120640" y="2674620"/>
            <a:ext cx="29260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E...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880360"/>
            <a:ext cx="2926080" cy="16459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5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097280" y="4937760"/>
            <a:ext cx="29260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A...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2674620"/>
            <a:ext cx="3657600" cy="20574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sales performance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8412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Key...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Recor...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8412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Conclusio...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Stron...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Kyro</dc:creator>
  <cp:lastModifiedBy>Kyro</cp:lastModifiedBy>
  <cp:revision>1</cp:revision>
  <dcterms:created xsi:type="dcterms:W3CDTF">2026-04-18T23:37:36Z</dcterms:created>
  <dcterms:modified xsi:type="dcterms:W3CDTF">2026-04-18T23:37:36Z</dcterms:modified>
</cp:coreProperties>
</file>