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82880"/>
            <a:ext cx="731520" cy="548640"/>
          </a:xfrm>
          <a:prstGeom prst="ellipse">
            <a:avLst/>
          </a:prstGeom>
          <a:solidFill>
            <a:srgbClr val="3498DB">
              <a:alpha val="50000"/>
            </a:srgbClr>
          </a:solidFill>
          <a:ln w="12700">
            <a:solidFill>
              <a:srgbClr val="3498D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5740"/>
            <a:ext cx="8412480" cy="2617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Rise of AI in Healthcare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5740"/>
            <a:ext cx="8412480" cy="2617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 Delays: A Pressing Concern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3234416"/>
            <a:ext cx="8412480" cy="8996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 delays can have severe consequences for patients, including misdiagnosis, delayed treatment, and increased healthcare costs.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365760" cy="731520"/>
          </a:xfrm>
          <a:prstGeom prst="ellipse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498DB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14721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95144"/>
            <a:ext cx="7680960" cy="36804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adoption rate in healthcare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86150"/>
            <a:ext cx="7680960" cy="12458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90...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Accura...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55498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70...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596646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Reduct...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5740"/>
            <a:ext cx="8412480" cy="8996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2018: Introduction of AI-powered diagnosis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516898"/>
            <a:ext cx="8412480" cy="17993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2020: FDA approval of AI-based medical devices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3727734"/>
            <a:ext cx="8412480" cy="121002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2...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2...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3498DB">
              <a:alpha val="18000"/>
            </a:srgbClr>
          </a:solidFill>
          <a:ln w="12700">
            <a:solidFill>
              <a:srgbClr val="3498DB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5740"/>
            <a:ext cx="3840480" cy="8996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Diagnosis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516898"/>
            <a:ext cx="3840480" cy="7360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Time-consuming, prone to human error, and limited by expertise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37760" y="205740"/>
            <a:ext cx="3840480" cy="8996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Diagnosis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937760" y="1516898"/>
            <a:ext cx="3840480" cy="7360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accurate, and augmented by machine learning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5740"/>
            <a:ext cx="8412480" cy="2617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the AI Revolution in Healthcare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3234416"/>
            <a:ext cx="8412480" cy="8996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how AI can transform your healthcare organization and improve patient outcomes.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Prezvik</dc:creator>
  <cp:lastModifiedBy>Prezvik</cp:lastModifiedBy>
  <cp:revision>1</cp:revision>
  <dcterms:created xsi:type="dcterms:W3CDTF">2026-04-28T01:46:30Z</dcterms:created>
  <dcterms:modified xsi:type="dcterms:W3CDTF">2026-04-28T01:46:30Z</dcterms:modified>
</cp:coreProperties>
</file>