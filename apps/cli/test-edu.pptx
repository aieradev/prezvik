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102936865"/>
            <a:ext cx="7315200" cy="214.2449999999999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for beginners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101.896875"/>
            <a:ext cx="7315200" cy="14905863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to the topic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70352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7498187"/>
            <a:ext cx="82296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and fundamentals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62745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362599"/>
            <a:ext cx="8229600" cy="212940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697748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to avoid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principles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21961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terminology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619470"/>
            <a:ext cx="8229600" cy="212940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954619"/>
            <a:ext cx="8229600" cy="212940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3407054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371600" y="35047809"/>
            <a:ext cx="2560320" cy="416417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knowledge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76895325"/>
            <a:ext cx="2560320" cy="189280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212080" y="35047809"/>
            <a:ext cx="2560320" cy="3596335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knowledge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212080" y="71216901"/>
            <a:ext cx="2560320" cy="189280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concepts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219616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real projects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619470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advanced topics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019324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knowledge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SlideForge</dc:creator>
  <cp:lastModifiedBy>SlideForge</cp:lastModifiedBy>
  <cp:revision>1</cp:revision>
  <dcterms:created xsi:type="dcterms:W3CDTF">2026-04-15T16:06:37Z</dcterms:created>
  <dcterms:modified xsi:type="dcterms:W3CDTF">2026-04-15T16:06:37Z</dcterms:modified>
</cp:coreProperties>
</file>