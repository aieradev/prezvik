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91623737"/>
            <a:ext cx="7315200" cy="82810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90589894"/>
            <a:ext cx="7315200" cy="195.614999999999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enterprise SaaS quarterly review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88486202"/>
            <a:ext cx="7315200" cy="8281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95823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24843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revenue targets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retention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84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product launch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14873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team capabilities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headwinds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5491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competition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554765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95461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Focus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growth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partnerships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2026-04-15T16:07:46Z</dcterms:created>
  <dcterms:modified xsi:type="dcterms:W3CDTF">2026-04-15T16:07:46Z</dcterms:modified>
</cp:coreProperties>
</file>