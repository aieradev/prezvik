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-33242440"/>
            <a:ext cx="7315200" cy="165620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Investor Pitch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-31380493"/>
            <a:ext cx="7315200" cy="5299862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Dark modern AI startup pitch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21823870"/>
            <a:ext cx="7315200" cy="1656207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Company - Transforming the industry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041044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873359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pain point is widespread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337917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solutions are inadequate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802475"/>
            <a:ext cx="8229600" cy="532352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Opportunity is massive and growing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5331738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Timing is perfect for disruption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041044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Solution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873359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and intuitive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273213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architecture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673066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intelligence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1072920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10x better than alternatives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920240" y="5544693"/>
            <a:ext cx="54864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10K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920240" y="Infinity"/>
            <a:ext cx="54864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20240" y="Infinity"/>
            <a:ext cx="54864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+20%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5544693"/>
            <a:ext cx="54864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$50K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297680" y="Infinity"/>
            <a:ext cx="54864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97680" y="Infinity"/>
            <a:ext cx="54864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5544693"/>
            <a:ext cx="54864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30%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6675120" y="Infinity"/>
            <a:ext cx="54864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75120" y="Infinity"/>
            <a:ext cx="54864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+5pts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561566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Opportunity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078581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$10B+ addressable market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9478434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Growing 25% annually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78288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Underserved segment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6278142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path to dominance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7807833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Now?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8270748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is ready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670601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conditions are ideal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135160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Competition is weak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535013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is exceptional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SlideForge</dc:creator>
  <cp:lastModifiedBy>SlideForge</cp:lastModifiedBy>
  <cp:revision>1</cp:revision>
  <dcterms:created xsi:type="dcterms:W3CDTF">2026-04-15T16:07:37Z</dcterms:created>
  <dcterms:modified xsi:type="dcterms:W3CDTF">2026-04-15T16:07:37Z</dcterms:modified>
</cp:coreProperties>
</file>