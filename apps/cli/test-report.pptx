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-102270782"/>
            <a:ext cx="7315200" cy="828103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-101236939"/>
            <a:ext cx="7315200" cy="218.9024999999999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financial report for enterprise SaaS company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08.41343749999999"/>
            <a:ext cx="7315200" cy="828103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638822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7365492"/>
            <a:ext cx="12801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$2.4M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71600" y="Infinity"/>
            <a:ext cx="1280160" cy="745293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Infinity"/>
            <a:ext cx="1280160" cy="33124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7365492"/>
            <a:ext cx="12801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1,250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931920" y="Infinity"/>
            <a:ext cx="1280160" cy="958234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31920" y="Infinity"/>
            <a:ext cx="1280160" cy="24843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7365492"/>
            <a:ext cx="12801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492240" y="Infinity"/>
            <a:ext cx="128016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Infinity"/>
            <a:ext cx="1280160" cy="414051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+5pts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13568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1819763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Exceeded revenue targets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219616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customer retention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684175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product launch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148733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team capabilities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13568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1819763"/>
            <a:ext cx="8229600" cy="2129409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headwinds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154912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competition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554765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constraints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954619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operations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70352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Quarter Focus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7498187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growth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898040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efficiency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297894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new features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697748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partnerships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SlideForge</dc:creator>
  <cp:lastModifiedBy>SlideForge</cp:lastModifiedBy>
  <cp:revision>1</cp:revision>
  <dcterms:created xsi:type="dcterms:W3CDTF">2026-04-15T16:06:28Z</dcterms:created>
  <dcterms:modified xsi:type="dcterms:W3CDTF">2026-04-15T16:06:28Z</dcterms:modified>
</cp:coreProperties>
</file>