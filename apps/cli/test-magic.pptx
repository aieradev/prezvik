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51460717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49598770"/>
            <a:ext cx="7315200" cy="894351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pitch deck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42148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28432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748879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019324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851763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98055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8040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8449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2448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2026-04-15T16:06:10Z</dcterms:created>
  <dcterms:modified xsi:type="dcterms:W3CDTF">2026-04-15T16:06:10Z</dcterms:modified>
</cp:coreProperties>
</file>