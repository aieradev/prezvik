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514350"/>
            <a:ext cx="7315200" cy="8517636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SlideForge Test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914400" y="85845015"/>
            <a:ext cx="7315200" cy="4306138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5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full pipeline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8229600" cy="2129409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2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Works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457200" y="21654135"/>
            <a:ext cx="8229600" cy="946404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validation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31221045"/>
            <a:ext cx="8229600" cy="17035272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 engine with flow positioning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48359187"/>
            <a:ext cx="822960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font scaling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59818905"/>
            <a:ext cx="8229600" cy="1892808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 rendering with correct coordinates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7175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Infinity"/>
            <a:ext cx="2499360" cy="15142464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3322320" y="257175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600" dirty="0"/>
          </a:p>
        </p:txBody>
      </p:sp>
      <p:sp>
        <p:nvSpPr>
          <p:cNvPr id="5" name="Text 3"/>
          <p:cNvSpPr/>
          <p:nvPr/>
        </p:nvSpPr>
        <p:spPr>
          <a:xfrm>
            <a:off x="3322320" y="Infinity"/>
            <a:ext cx="2499360" cy="2082088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Types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187440" y="257175"/>
            <a:ext cx="2499360" cy="Infinity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600" dirty="0"/>
          </a:p>
        </p:txBody>
      </p:sp>
      <p:sp>
        <p:nvSpPr>
          <p:cNvPr id="7" name="Text 5"/>
          <p:cNvSpPr/>
          <p:nvPr/>
        </p:nvSpPr>
        <p:spPr>
          <a:xfrm>
            <a:off x="6187440" y="Infinity"/>
            <a:ext cx="2499360" cy="11356848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3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3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SlideForge</dc:creator>
  <cp:lastModifiedBy>SlideForge</cp:lastModifiedBy>
  <cp:revision>1</cp:revision>
  <dcterms:created xsi:type="dcterms:W3CDTF">2026-04-15T00:26:18Z</dcterms:created>
  <dcterms:modified xsi:type="dcterms:W3CDTF">2026-04-15T00:26:18Z</dcterms:modified>
</cp:coreProperties>
</file>