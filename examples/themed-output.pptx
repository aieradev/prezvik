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-35243262"/>
            <a:ext cx="7315200" cy="638822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SlideForge Test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8793313"/>
            <a:ext cx="7315200" cy="1159344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full pipeline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716893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013876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engine with flow positioning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440269"/>
            <a:ext cx="8229600" cy="319411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font scaling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37253"/>
            <a:ext cx="8229600" cy="53235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rendering with correct coordinates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Infinity"/>
            <a:ext cx="1280160" cy="851763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931920" y="771525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931920" y="Infinity"/>
            <a:ext cx="1280160" cy="11711749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Types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92240" y="771525"/>
            <a:ext cx="12801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92240" y="Infinity"/>
            <a:ext cx="1280160" cy="6388227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2026-04-15T14:35:54Z</dcterms:created>
  <dcterms:modified xsi:type="dcterms:W3CDTF">2026-04-15T14:35:54Z</dcterms:modified>
</cp:coreProperties>
</file>