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47320200"/>
            <a:ext cx="7315200" cy="165620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Launch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-45458253"/>
            <a:ext cx="7315200" cy="8943517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Revolutionary Product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4182665"/>
            <a:ext cx="7315200" cy="828103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game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638822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7365492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Infinity"/>
            <a:ext cx="128016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Infinity"/>
            <a:ext cx="1280160" cy="33124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7365492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931920" y="Infinity"/>
            <a:ext cx="1280160" cy="745293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Infinity"/>
            <a:ext cx="1280160" cy="24843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7365492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92240" y="Infinity"/>
            <a:ext cx="1280160" cy="638822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Infinity"/>
            <a:ext cx="1280160" cy="414051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performance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284321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user interface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684174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148732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3832936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Comparison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371600" y="39306627"/>
            <a:ext cx="256032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50869215"/>
            <a:ext cx="2560320" cy="189280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212080" y="39306627"/>
            <a:ext cx="2560320" cy="94640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212080" y="48976407"/>
            <a:ext cx="2560320" cy="189280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SlideForge</dc:creator>
  <cp:lastModifiedBy>SlideForge</cp:lastModifiedBy>
  <cp:revision>1</cp:revision>
  <dcterms:created xsi:type="dcterms:W3CDTF">2026-04-15T14:41:13Z</dcterms:created>
  <dcterms:modified xsi:type="dcterms:W3CDTF">2026-04-15T14:41:13Z</dcterms:modified>
</cp:coreProperties>
</file>