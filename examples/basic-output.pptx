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Launch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4927473"/>
            <a:ext cx="7315200" cy="116.8256249999999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Revolutionary Product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914400" y="122.38312499999999"/>
            <a:ext cx="7315200" cy="2981172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game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255529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015823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Infinity"/>
            <a:ext cx="2499360" cy="9464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Infinity"/>
            <a:ext cx="2499360" cy="567842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322320" y="26015823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3322320" y="Infinity"/>
            <a:ext cx="2499360" cy="1324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22320" y="Infinity"/>
            <a:ext cx="2499360" cy="425881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87440" y="26015823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6187440" y="Infinity"/>
            <a:ext cx="249936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87440" y="Infinity"/>
            <a:ext cx="2499360" cy="70980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+5pts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2555290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912953"/>
            <a:ext cx="8229600" cy="1324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9265479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user interface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725197"/>
            <a:ext cx="8229600" cy="1324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64077723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3832936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Comparison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8740842"/>
            <a:ext cx="3931920" cy="567842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4522136"/>
            <a:ext cx="3931920" cy="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>
            <a:lvl1pPr algn="l"/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754880" y="38740842"/>
            <a:ext cx="3931920" cy="567842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754880" y="44522136"/>
            <a:ext cx="3931920" cy="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>
            <a:lvl1pPr algn="l"/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2026-04-15T00:26:49Z</dcterms:created>
  <dcterms:modified xsi:type="dcterms:W3CDTF">2026-04-15T00:26:49Z</dcterms:modified>
</cp:coreProperties>
</file>