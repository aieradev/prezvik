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61624273"/>
            <a:ext cx="7315200" cy="851763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SlideForge Test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23706391"/>
            <a:ext cx="7315200" cy="4306138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full pipeline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212940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654135"/>
            <a:ext cx="8229600" cy="94640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122104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engine with flow positioning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8359187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font scaling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59818905"/>
            <a:ext cx="8229600" cy="18928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rendering with correct coordinates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Infinity"/>
            <a:ext cx="2499360" cy="1514246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322320" y="257175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322320" y="Infinity"/>
            <a:ext cx="2499360" cy="2082088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Types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187440" y="257175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187440" y="Infinity"/>
            <a:ext cx="249936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2026-04-15T14:30:02Z</dcterms:created>
  <dcterms:modified xsi:type="dcterms:W3CDTF">2026-04-15T14:30:02Z</dcterms:modified>
</cp:coreProperties>
</file>