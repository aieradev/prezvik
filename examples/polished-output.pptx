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35268979"/>
            <a:ext cx="7315200" cy="638822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SlideForge Test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8819031"/>
            <a:ext cx="7315200" cy="11593449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full pipeline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1976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219616"/>
            <a:ext cx="822960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engine with flow positioning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748879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font scaling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148733"/>
            <a:ext cx="822960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rendering with correct coordinates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371600" y="Infinity"/>
            <a:ext cx="1280160" cy="851763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931920" y="771525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931920" y="Infinity"/>
            <a:ext cx="1280160" cy="11711749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Types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92240" y="771525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92240" y="Infinity"/>
            <a:ext cx="1280160" cy="638822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SlideForge</dc:creator>
  <cp:lastModifiedBy>SlideForge</cp:lastModifiedBy>
  <cp:revision>1</cp:revision>
  <dcterms:created xsi:type="dcterms:W3CDTF">2026-04-15T14:41:02Z</dcterms:created>
  <dcterms:modified xsi:type="dcterms:W3CDTF">2026-04-15T14:41:02Z</dcterms:modified>
</cp:coreProperties>
</file>