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-91919488"/>
            <a:ext cx="7315200" cy="1656207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-90057541"/>
            <a:ext cx="7315200" cy="186.2999999999999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business strategy presentation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80500919"/>
            <a:ext cx="7315200" cy="1656207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Company - Transforming the industry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113568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1819763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pain point is widespread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284321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solutions are inadequate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748879"/>
            <a:ext cx="8229600" cy="532352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is massive and growing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6278142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is perfect for disruption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113568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1819763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intuitive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219616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8619470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intelligence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019324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better than alternatives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5236083"/>
            <a:ext cx="128016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371600" y="Infinity"/>
            <a:ext cx="1280160" cy="532352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Infinity"/>
            <a:ext cx="1280160" cy="33124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31920" y="5236083"/>
            <a:ext cx="128016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931920" y="Infinity"/>
            <a:ext cx="1280160" cy="745293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931920" y="Infinity"/>
            <a:ext cx="1280160" cy="33124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5236083"/>
            <a:ext cx="128016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6492240" y="Infinity"/>
            <a:ext cx="1280160" cy="6388227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Infinity"/>
            <a:ext cx="1280160" cy="4140517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+5pts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170352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7498187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$10B+ addressable market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0898040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25% annually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4297894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Underserved segment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7697748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path to dominance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851763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8980551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is ready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2380405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conditions are ideal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844963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is weak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0244816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is exceptional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Kyro</dc:creator>
  <cp:lastModifiedBy>Kyro</cp:lastModifiedBy>
  <cp:revision>1</cp:revision>
  <dcterms:created xsi:type="dcterms:W3CDTF">2026-04-15T17:01:50Z</dcterms:created>
  <dcterms:modified xsi:type="dcterms:W3CDTF">2026-04-15T17:01:50Z</dcterms:modified>
</cp:coreProperties>
</file>