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102936865"/>
            <a:ext cx="7315200" cy="214.2449999999999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for beginners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101.896875"/>
            <a:ext cx="7315200" cy="1490586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the topic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and fundamentals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62745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362599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to avoid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principles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terminology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619470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954619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340705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35047809"/>
            <a:ext cx="2560320" cy="416417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knowledge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76895325"/>
            <a:ext cx="2560320" cy="18928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212080" y="35047809"/>
            <a:ext cx="2560320" cy="3596335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knowledge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212080" y="71216901"/>
            <a:ext cx="2560320" cy="18928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concepts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real projects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61947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advanced topics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01932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knowledge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2026-04-15T17:01:50Z</dcterms:created>
  <dcterms:modified xsi:type="dcterms:W3CDTF">2026-04-15T17:01:50Z</dcterms:modified>
</cp:coreProperties>
</file>