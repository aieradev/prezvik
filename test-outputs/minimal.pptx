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35135249"/>
            <a:ext cx="7315200" cy="165620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Pitch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33273301"/>
            <a:ext cx="7315200" cy="567842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clean product showcase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3716679"/>
            <a:ext cx="7315200" cy="16562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Company - Transforming the industry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041044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873359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pain point is widespread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337917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solutions are inadequate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802475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is massive and growing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331738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is perfect for disruption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041044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873359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and intuitive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27321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67306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72920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10x better than alternatives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920240" y="5544693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92024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5544693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$50K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29768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5544693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67512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561566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078581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$10B+ addressable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47843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25%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7828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Underserved segment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278142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path to dominance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7807833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8270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is ready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670601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conditions are ideal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13516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Competition is weak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53501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is exceptional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2026-04-15T17:01:50Z</dcterms:created>
  <dcterms:modified xsi:type="dcterms:W3CDTF">2026-04-15T17:01:50Z</dcterms:modified>
</cp:coreProperties>
</file>