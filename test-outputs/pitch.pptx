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51460717"/>
            <a:ext cx="7315200" cy="165620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49598770"/>
            <a:ext cx="7315200" cy="8943517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pitch deck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0042148"/>
            <a:ext cx="7315200" cy="165620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Company - Transforming the industry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pain point is widespread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284321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are inadequate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748879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is massive and growing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278142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perfect for disruption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intuitive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61947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019324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better than alternatives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Infinity"/>
            <a:ext cx="128016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931920" y="Infinity"/>
            <a:ext cx="1280160" cy="745293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5236083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92240" y="Infinity"/>
            <a:ext cx="128016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Infinity"/>
            <a:ext cx="1280160" cy="41405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498187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 addressable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89804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25% annually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29789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segment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697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dominance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851763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8980551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ready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38040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conditions are ideal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8449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is weak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2448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exceptional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2026-04-15T17:01:50Z</dcterms:created>
  <dcterms:modified xsi:type="dcterms:W3CDTF">2026-04-15T17:01:50Z</dcterms:modified>
</cp:coreProperties>
</file>