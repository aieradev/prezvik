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Test...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This...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3840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is...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555498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96646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37794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3205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a quote for the test...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514350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John...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3205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9...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514350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Succes...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Conclusio...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Thank...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2026-04-18T23:58:02Z</dcterms:created>
  <dcterms:modified xsi:type="dcterms:W3CDTF">2026-04-18T23:58:02Z</dcterms:modified>
</cp:coreProperties>
</file>