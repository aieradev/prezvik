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Quantum...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ne...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Quantum...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120640" y="617220"/>
            <a:ext cx="2926080" cy="3909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Crypto...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20640" y="493776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�...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20640" y="534924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�...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2026-04-19T00:43:12Z</dcterms:created>
  <dcterms:modified xsi:type="dcterms:W3CDTF">2026-04-19T00:43:12Z</dcterms:modified>
</cp:coreProperties>
</file>