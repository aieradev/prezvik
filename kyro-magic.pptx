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5740"/>
            <a:ext cx="8412480" cy="47320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Sales...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365760" y="5349240"/>
            <a:ext cx="841248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S...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3205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1...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31520" y="5143500"/>
            <a:ext cx="768096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Quarte...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5349240"/>
            <a:ext cx="841248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Compari...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5740"/>
            <a:ext cx="3840480" cy="47320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Sales...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5554980"/>
            <a:ext cx="310896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66460"/>
            <a:ext cx="310896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377940"/>
            <a:ext cx="310896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5740"/>
            <a:ext cx="3840480" cy="47320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Sales...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65760" y="4937760"/>
            <a:ext cx="384048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N...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3205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1...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31520" y="5143500"/>
            <a:ext cx="768096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Projec...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5349240"/>
            <a:ext cx="841248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o...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5740"/>
            <a:ext cx="8412480" cy="47320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and...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365760" y="5349240"/>
            <a:ext cx="8412480" cy="5148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Focus...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Kyro</dc:creator>
  <cp:lastModifiedBy>Kyro</cp:lastModifiedBy>
  <cp:revision>1</cp:revision>
  <dcterms:created xsi:type="dcterms:W3CDTF">2026-04-18T22:57:21Z</dcterms:created>
  <dcterms:modified xsi:type="dcterms:W3CDTF">2026-04-18T22:57:21Z</dcterms:modified>
</cp:coreProperties>
</file>